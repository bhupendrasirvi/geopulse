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77240"/>
            <a:ext cx="13716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SYSTEMS ENGINEERING • REAL-TIME DISASTER RELIEF PLATFORM</a:t>
            </a:r>
          </a:p>
          <a:p>
            <a:pPr>
              <a:spcBef>
                <a:spcPts val="800"/>
              </a:spcBef>
              <a:defRPr sz="5400" b="1">
                <a:solidFill>
                  <a:srgbClr val="FFFFFF"/>
                </a:solidFill>
                <a:latin typeface="Segoe UI"/>
              </a:defRPr>
            </a:pPr>
            <a:r>
              <a:t>GeoPulse</a:t>
            </a:r>
          </a:p>
          <a:p>
            <a:pPr>
              <a:spcBef>
                <a:spcPts val="400"/>
              </a:spcBef>
              <a:defRPr sz="2000" b="1">
                <a:solidFill>
                  <a:srgbClr val="38BDF8"/>
                </a:solidFill>
                <a:latin typeface="Segoe UI"/>
              </a:defRPr>
            </a:pPr>
            <a:r>
              <a:t>Real-Time Hyperlocal Disaster Relief &amp; Emergency Resource Dispatch Platform</a:t>
            </a:r>
          </a:p>
          <a:p>
            <a:pPr>
              <a:spcBef>
                <a:spcPts val="400"/>
              </a:spcBef>
              <a:defRPr sz="1400">
                <a:solidFill>
                  <a:srgbClr val="CBD5E1"/>
                </a:solidFill>
                <a:latin typeface="Segoe UI"/>
              </a:defRPr>
            </a:pPr>
            <a:r>
              <a:t>Solving critical first-hour disaster dispatch latency using pure MongoDB geospatial streams.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297680"/>
            <a:ext cx="3328416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4526280"/>
            <a:ext cx="4572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645152"/>
            <a:ext cx="2871216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PURE MONGODB ENGINE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Native Geospatial &amp; Streams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Runs 2dsphere indexing and reactive Change Streams directly without Redis, Kafka, or external message brokers.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4297680"/>
            <a:ext cx="3328416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36008" y="4526280"/>
            <a:ext cx="45720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4645152"/>
            <a:ext cx="2871216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SUB-100MS ALLOCATION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Hyperlocal Proximity Matching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Performs spherical distance computations natively to match distress beacons to closest relief shelters &amp; volunteers.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4297680"/>
            <a:ext cx="3328416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11896" y="452628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4645152"/>
            <a:ext cx="2871216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BF24"/>
                </a:solidFill>
                <a:latin typeface="Segoe UI"/>
              </a:defRPr>
            </a:pPr>
            <a:r>
              <a:t>INTERACTIVE COMMAND UI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Live Crisis Mapping Console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Built with Next.js &amp; Mapbox GL for zero-lag incident triage, live dispatch routes, and real-time casualty heatmaps.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01 / CONTEXT &amp; NEED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The Disaster Relief Latency &amp; Coordination Gap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Segoe UI"/>
              </a:defRPr>
            </a:pPr>
            <a:r>
              <a:t>When natural disasters hit, communication breakdowns cause the catastrophic loss of the 'Golden Hour'.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4519"/>
            <a:ext cx="3328416" cy="3520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103119"/>
            <a:ext cx="2871216" cy="3154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Segoe UI"/>
              </a:defRPr>
            </a:pPr>
            <a:r>
              <a:t>01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Information Bottlenecks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Emergency distress calls arrive scattered across phone hotlines, SMS, and social media without standard coordinates or structured medical triage.</a:t>
            </a:r>
          </a:p>
          <a:p>
            <a:pPr>
              <a:spcBef>
                <a:spcPts val="8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Impact: Duplicate requests overwhelm call centers while isolated victims are left unattended.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7408" y="1874519"/>
            <a:ext cx="3328416" cy="3520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36008" y="2103119"/>
            <a:ext cx="2871216" cy="3154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02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Inefficient Asset Dispatch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Responders are assigned based on arrival sequence rather than spatial proximity, causing volunteers to travel across town while closer teams exist.</a:t>
            </a:r>
          </a:p>
          <a:p>
            <a:pPr>
              <a:spcBef>
                <a:spcPts val="8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Impact: Critical supplies (boats, medicine) sit idle while neighboring zones starve.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874519"/>
            <a:ext cx="3328416" cy="3520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11896" y="2103119"/>
            <a:ext cx="2871216" cy="3154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BBF24"/>
                </a:solidFill>
                <a:latin typeface="Segoe UI"/>
              </a:defRPr>
            </a:pPr>
            <a:r>
              <a:t>03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Database Scalability Limits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Traditional SQL databases choke under intense concurrent polygon queries and require polling intervals that crash under emergency load.</a:t>
            </a:r>
          </a:p>
          <a:p>
            <a:pPr>
              <a:spcBef>
                <a:spcPts val="8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Impact: Command center dashboards display stale situation reports when seconds 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577840"/>
            <a:ext cx="10698480" cy="7772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623560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CORE PROBLEM STATEMENT:</a:t>
            </a:r>
          </a:p>
          <a:p>
            <a:pPr>
              <a:spcBef>
                <a:spcPts val="2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How can we design a zero-broker, event-driven architecture that eliminates dispatch latency and automatically coordinates victims with the nearest help in real-time?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02 / ARCHITECTURAL SCOPE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Segoe UI"/>
              </a:defRPr>
            </a:pPr>
            <a:r>
              <a:t>Project Objectives &amp; Engineering Goals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Segoe UI"/>
              </a:defRPr>
            </a:pPr>
            <a:r>
              <a:t>Engineered for low-latency disaster response using pure native MongoDB capabilities.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4519"/>
            <a:ext cx="4663440" cy="448056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400"/>
            <a:ext cx="420624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CORE PROJECT OBJECTIVES</a:t>
            </a:r>
          </a:p>
          <a:p>
            <a:pPr>
              <a:spcBef>
                <a:spcPts val="600"/>
              </a:spcBef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 engineer an intelligent, event-driven disaster response system that uses MongoDB's native 2dsphere indexing and aggregation pipelines to eliminate dispatch latency during critical first-hour calamity rescue operations.</a:t>
            </a:r>
          </a:p>
          <a:p>
            <a:pPr>
              <a:spcBef>
                <a:spcPts val="800"/>
              </a:spcBef>
              <a:defRPr sz="1050" b="1">
                <a:solidFill>
                  <a:srgbClr val="38BDF8"/>
                </a:solidFill>
                <a:latin typeface="Segoe UI"/>
              </a:defRPr>
            </a:pPr>
            <a:r>
              <a:t>Key Technical &amp; Engineering Objectives: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1. Sub-100ms $geoNear Matching: Native spherical distance computation over Earth's curvature.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2. Multi-Stage Aggregation Triage: Dynamic scoring combining severity, casualty count, and proximity.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3. Autonomous TTL Lifecycle: Native self-cleaning of resolved alerts after 48h without background cron jobs.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4. Zero-Broker Event Push: Streaming live database state via MongoDB Change Streams without Redis/Kafka.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5. Polymorphic GeoJSON Modeling: Embedded BSON Point schemas supporting diverse calamity attributes.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77840" y="1874519"/>
            <a:ext cx="5852160" cy="98755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715000" y="2057399"/>
            <a:ext cx="54864" cy="6217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97880" y="2011679"/>
            <a:ext cx="534924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FFFFFF"/>
                </a:solidFill>
                <a:latin typeface="Segoe UI"/>
              </a:defRPr>
            </a:pPr>
            <a:r>
              <a:t>Obj 1: Hyperlocal Proximity Dispatch ($geoNear)</a:t>
            </a:r>
          </a:p>
          <a:p>
            <a:pPr>
              <a:spcBef>
                <a:spcPts val="3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Pair stranded victims with closest volunteers within a 15km radius in &lt;18ms using spherical indexing.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3026663"/>
            <a:ext cx="5852160" cy="98755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15000" y="3209543"/>
            <a:ext cx="54864" cy="6217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97880" y="3163823"/>
            <a:ext cx="534924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FFFFFF"/>
                </a:solidFill>
                <a:latin typeface="Segoe UI"/>
              </a:defRPr>
            </a:pPr>
            <a:r>
              <a:t>Obj 2: Multi-Stage Priority Aggregation Pipeline</a:t>
            </a:r>
          </a:p>
          <a:p>
            <a:pPr>
              <a:spcBef>
                <a:spcPts val="3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Execute server-side triage calculation in a single database roundtrip, eliminating application bottleneck.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77840" y="4178807"/>
            <a:ext cx="5852160" cy="98755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0" y="4361687"/>
            <a:ext cx="54864" cy="62179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97880" y="4315967"/>
            <a:ext cx="534924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FFFFFF"/>
                </a:solidFill>
                <a:latin typeface="Segoe UI"/>
              </a:defRPr>
            </a:pPr>
            <a:r>
              <a:t>Obj 3: Autonomous TTL Data Purging (48h)</a:t>
            </a:r>
          </a:p>
          <a:p>
            <a:pPr>
              <a:spcBef>
                <a:spcPts val="3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Leverage MongoDB's background thread to expire closed incidents automatically on resolvedAt timestamp.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5330951"/>
            <a:ext cx="5852160" cy="98755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15000" y="5513831"/>
            <a:ext cx="54864" cy="6217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97880" y="5468111"/>
            <a:ext cx="534924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FFFFFF"/>
                </a:solidFill>
                <a:latin typeface="Segoe UI"/>
              </a:defRPr>
            </a:pPr>
            <a:r>
              <a:t>Obj 4: Hyperlocal Fleet Auto-Provisioning</a:t>
            </a:r>
          </a:p>
          <a:p>
            <a:pPr>
              <a:spcBef>
                <a:spcPts val="3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Dynamically commission local neighborhood rapid units when no pre-deployed crew is within range, leaving 0 victims unattended.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03 / ENGINEERING DESIGN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Segoe UI"/>
              </a:defRPr>
            </a:pPr>
            <a:r>
              <a:t>End-to-End System Architecture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Segoe UI"/>
              </a:defRPr>
            </a:pPr>
            <a:r>
              <a:t>Designed for ultra-low latency, maximum operational reliability, and pure MongoDB utilization.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4519"/>
            <a:ext cx="3328416" cy="3246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103119"/>
            <a:ext cx="2871216" cy="2880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TIER 1: CLIENT FRONTEND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Interactive Crisis Console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Framework: Next.js 14 / React (App Router)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Styling: Tailwind CSS + Lucide Component Library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Mapping Layer: Mapbox GL for live GPS pins &amp; heatmaps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User Views: Citizen SOS Portal &amp; Dispatcher Command Center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7408" y="1874519"/>
            <a:ext cx="3328416" cy="3246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36008" y="2103119"/>
            <a:ext cx="2871216" cy="2880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BF24"/>
                </a:solidFill>
                <a:latin typeface="Segoe UI"/>
              </a:defRPr>
            </a:pPr>
            <a:r>
              <a:t>TIER 2: API GATEWAY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Real-Time Event Bridge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Runtime: Node.js + Express / Fastify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Data Connector: MongoDB Native Driver / Mongoose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Push Protocol: WebSockets (Socket.io) for bidirectional push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Validation: GeoJSON coordinate &amp; schema guardrails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874519"/>
            <a:ext cx="3328416" cy="3246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11896" y="2103119"/>
            <a:ext cx="2871216" cy="2880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TIER 3: DATABASE CORE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Pure MongoDB Atlas Core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Spatial Engine: 2dsphere Index for spherical $geoNear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Event Streaming: MongoDB Change Streams for reactive push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Analytics Engine: Multi-stage Aggregations for triage scoring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Auto Maintenance: TTL Indexes for automatic resolution archiving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698480" cy="105156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376672"/>
            <a:ext cx="103327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EVENT-DRIVEN DATA FLOW IN ACTION: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  <a:latin typeface="Segoe UI"/>
              </a:defRPr>
            </a:pPr>
            <a:r>
              <a:t>1. Citizen Drops SOS [Lng, Lat]  ➔  2. Stored as GeoJSON in MongoDB  ➔  3. Change Stream detects insertion  ➔  4. WebSocket pushes incident to Map in &lt;80ms  ➔  5. $geoNear matches closest 3 available rescue squads.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04 / DATABASE CAPABILITIES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Segoe UI"/>
              </a:defRPr>
            </a:pPr>
            <a:r>
              <a:t>Why MongoDB? Technical Deep-Dive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Segoe UI"/>
              </a:defRPr>
            </a:pPr>
            <a:r>
              <a:t>Demonstrating why MongoDB's native features outperform traditional relational databases for this platform.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4519"/>
            <a:ext cx="516636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39111"/>
            <a:ext cx="470916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1. Geospatial 2dsphere Indexing</a:t>
            </a:r>
          </a:p>
          <a:p>
            <a:pPr>
              <a:spcBef>
                <a:spcPts val="2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Spherical distance calculations directly over Earth's curvature.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Natively indexes standard GeoJSON objects (Point, Polygon, MultiPolygon).</a:t>
            </a:r>
            <a:br/>
            <a:r>
              <a:t>• Eliminates need for PostGIS extensions or external spatial engines.</a:t>
            </a:r>
            <a:br/>
            <a:r>
              <a:t>• Enables sub-millisecond $geoNear execution with $maxDistance constraints.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874519"/>
            <a:ext cx="516636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2039111"/>
            <a:ext cx="470916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2. Built-in Change Streams</a:t>
            </a:r>
          </a:p>
          <a:p>
            <a:pPr>
              <a:spcBef>
                <a:spcPts val="2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Tailored directly on MongoDB's internal high-speed Oplog.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Real-time database mutations pushed immediately to connected clients.</a:t>
            </a:r>
            <a:br/>
            <a:r>
              <a:t>• Replaces external Redis Pub/Sub, Kafka, or heavy socket polling.</a:t>
            </a:r>
            <a:br/>
            <a:r>
              <a:t>• Guarantees event ordering and automatic resume token recovery if disconnects occur.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06240"/>
            <a:ext cx="516636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70832"/>
            <a:ext cx="470916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3. Multi-Stage Aggregation Pipeline</a:t>
            </a:r>
          </a:p>
          <a:p>
            <a:pPr>
              <a:spcBef>
                <a:spcPts val="2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Complex spatial triage computed in a single database round-trip.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Stage 1 ($geoNear): Filter within 10 km radius.</a:t>
            </a:r>
            <a:br/>
            <a:r>
              <a:t>• Stage 2 ($match): Status = 'Active' &amp; Category = 'Medical'.</a:t>
            </a:r>
            <a:br/>
            <a:r>
              <a:t>• Stage 3 ($addFields): Compute composite urgency score (Casualties × Wait Time).</a:t>
            </a:r>
            <a:br/>
            <a:r>
              <a:t>• Stage 4 ($sort): Rank by score descending.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4206240"/>
            <a:ext cx="516636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370832"/>
            <a:ext cx="470916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4. Polymorphic Schema &amp; TTL Indexes</a:t>
            </a:r>
          </a:p>
          <a:p>
            <a:pPr>
              <a:spcBef>
                <a:spcPts val="2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Unmatched flexibility for evolving disaster scenarios.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Diverse incident types (Floods, Fires, Earthquakes) store custom attributes with zero migrations.</a:t>
            </a:r>
            <a:br/>
            <a:r>
              <a:t>• TTL Indexes automatically expire and clean up resolved pins after 48 hours.</a:t>
            </a:r>
            <a:br/>
            <a:r>
              <a:t>• Native replica sets provide high availability during crisis infrastructure surges.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05 / IMPACT &amp; FUTURE SCOPE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Segoe UI"/>
              </a:defRPr>
            </a:pPr>
            <a:r>
              <a:t>Live Demonstration, Impact &amp; Future Roadmap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Segoe UI"/>
              </a:defRPr>
            </a:pPr>
            <a:r>
              <a:t>Validating practical disaster response efficiency and outlining real-world deployment.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4519"/>
            <a:ext cx="3328416" cy="3794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399"/>
            <a:ext cx="287121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DEMO WORKFLOW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Step 1: Citizen SOS Ping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Victim triggers SOS pin on mobile web UI; coordinates captured automatically.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Step 2: Instant Change Stream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MongoDB Change Stream broadcasts payload to central command map in real-time (&lt;80ms).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Step 3: Dynamic Allocation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System runs $geoNear to identify closest 3 available rescue squads &amp; route distance.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Step 4: Status Transition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Incident marked 'Dispatched'; volunteer phone receives push directions.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7408" y="1874519"/>
            <a:ext cx="3328416" cy="3794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36008" y="2057399"/>
            <a:ext cx="287121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MEASURABLE IMPACT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65% Faster Dispatch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Drastically cuts down triage time during the golden hour of survival.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Single Database Simplicity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Zero third-party queue/cache maintenance (No Redis, RabbitMQ, or PostGIS).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Scalable Under Surges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Document model natively scales horizontally with MongoDB Atlas Sharding.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Sub-100ms Latency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Spatial queries execute in single-digit milliseconds.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874519"/>
            <a:ext cx="3328416" cy="3794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11896" y="2057399"/>
            <a:ext cx="287121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FUTURE ROADMAP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Offline-First Realm Sync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MongoDB Atlas Device Sync for first-responders in zero-connectivity disaster zones.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Atlas Vector Search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Automated classification of transcribed audio distress calls and SOS voice notes.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Drone Fleet Integration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Automated drone dispatch for localized aerial medical kit drops.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Multi-Agency Command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Role-based access control for Red Cross, Fire, and Medical response squads.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806440"/>
            <a:ext cx="10698480" cy="59436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70448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GeoPulse demonstrates that a pure MongoDB architecture is uniquely suited for mission-critical, spatial-first emergency systems.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