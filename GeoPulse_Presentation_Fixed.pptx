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777240"/>
            <a:ext cx="137160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51560"/>
            <a:ext cx="10698480" cy="2926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ACADEMIC CAPSTONE PROJECT • COMPUTER SCIENCE &amp; ENGINEERING</a:t>
            </a:r>
          </a:p>
          <a:p>
            <a:pPr>
              <a:spcBef>
                <a:spcPts val="800"/>
              </a:spcBef>
              <a:defRPr sz="5400" b="1">
                <a:solidFill>
                  <a:srgbClr val="FFFFFF"/>
                </a:solidFill>
                <a:latin typeface="Segoe UI"/>
              </a:defRPr>
            </a:pPr>
            <a:r>
              <a:t>GeoPulse</a:t>
            </a:r>
          </a:p>
          <a:p>
            <a:pPr>
              <a:spcBef>
                <a:spcPts val="400"/>
              </a:spcBef>
              <a:defRPr sz="2000" b="1">
                <a:solidFill>
                  <a:srgbClr val="38BDF8"/>
                </a:solidFill>
                <a:latin typeface="Segoe UI"/>
              </a:defRPr>
            </a:pPr>
            <a:r>
              <a:t>Real-Time Hyperlocal Disaster Relief &amp; Emergency Resource Dispatch Platform</a:t>
            </a:r>
          </a:p>
          <a:p>
            <a:pPr>
              <a:spcBef>
                <a:spcPts val="400"/>
              </a:spcBef>
              <a:defRPr sz="1400">
                <a:solidFill>
                  <a:srgbClr val="CBD5E1"/>
                </a:solidFill>
                <a:latin typeface="Segoe UI"/>
              </a:defRPr>
            </a:pPr>
            <a:r>
              <a:t>Solving critical first-hour disaster dispatch latency using pure MongoDB geospatial streams.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60120" y="4526280"/>
            <a:ext cx="457200" cy="36576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PURE MONGODB ENGINE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Native Geospatial &amp; Streams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Runs 2dsphere indexing and reactive Change Streams directly without Redis, Kafka, or external message brokers.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07408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36008" y="4526280"/>
            <a:ext cx="457200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36008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SUB-100MS ALLOCATION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Hyperlocal Proximity Matching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Performs spherical distance computations natively to match distress beacons to closest relief shelters &amp; volunteers.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4297680"/>
            <a:ext cx="3328416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11896" y="4526280"/>
            <a:ext cx="457200" cy="36576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11896" y="4645152"/>
            <a:ext cx="2871216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INTERACTIVE COMMAND UI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Live Crisis Mapping Console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Built with Next.js &amp; Mapbox GL for zero-lag incident triage, live dispatch routes, and real-time casualty heatmaps.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01 / CONTEXT &amp; NEED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The Disaster Relief Latency &amp; Coordination Gap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When natural disasters hit, communication breakdowns cause the catastrophic loss of the 'Golden Hour'.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Segoe UI"/>
              </a:defRPr>
            </a:pPr>
            <a:r>
              <a:t>01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Information Bottlenecks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Emergency distress calls arrive scattered across phone hotlines, SMS, and social media without standard coordinates or structured medical triage.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Duplicate requests overwhelm call centers while isolated victims are left unattended.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38BDF8"/>
                </a:solidFill>
                <a:latin typeface="Segoe UI"/>
              </a:defRPr>
            </a:pPr>
            <a:r>
              <a:t>02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Inefficient Asset Dispatch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Responders are assigned based on arrival sequence rather than spatial proximity, causing volunteers to travel across town while closer teams exist.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Critical supplies (boats, medicine) sit idle while neighboring zones starve.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520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03119"/>
            <a:ext cx="2871216" cy="3154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200" b="1">
                <a:solidFill>
                  <a:srgbClr val="FBBF24"/>
                </a:solidFill>
                <a:latin typeface="Segoe UI"/>
              </a:defRPr>
            </a:pPr>
            <a:r>
              <a:t>03</a:t>
            </a:r>
          </a:p>
          <a:p>
            <a:pPr>
              <a:spcBef>
                <a:spcPts val="4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Database Scalability Limits</a:t>
            </a:r>
          </a:p>
          <a:p>
            <a:pPr>
              <a:spcBef>
                <a:spcPts val="6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Traditional SQL databases choke under intense concurrent polygon queries and require polling intervals that crash under emergency load.</a:t>
            </a:r>
          </a:p>
          <a:p>
            <a:pPr>
              <a:spcBef>
                <a:spcPts val="800"/>
              </a:spcBef>
              <a:defRPr sz="1000" b="1">
                <a:solidFill>
                  <a:srgbClr val="FBBF24"/>
                </a:solidFill>
                <a:latin typeface="Segoe UI"/>
              </a:defRPr>
            </a:pPr>
            <a:r>
              <a:t>Impact: Command center dashboards display stale situation reports when seconds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577840"/>
            <a:ext cx="10698480" cy="77724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CORE PROBLEM STATEMENT: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How can we design a zero-broker, event-driven architecture that eliminates dispatch latency and automatically coordinates victims with the nearest help in real-time?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02 / SOLUTION &amp; FEATURES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Project Objective &amp; Solution Overview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GeoPulse bridges the gap between stranded victims, field rescue squads, and relief hubs.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4389120" cy="44805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3840480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PRIMARY PROJECT OBJECTIVE</a:t>
            </a:r>
          </a:p>
          <a:p>
            <a:pPr>
              <a:spcBef>
                <a:spcPts val="800"/>
              </a:spcBef>
              <a:defRPr sz="1350" b="1">
                <a:solidFill>
                  <a:srgbClr val="FFFFFF"/>
                </a:solidFill>
                <a:latin typeface="Segoe UI"/>
              </a:defRPr>
            </a:pPr>
            <a:r>
              <a:t>To engineer an intelligent, event-driven disaster response system that uses MongoDB's native geospatial indexing and change streams to dynamically pair emergency SOS requests with nearest shelters and volunteers in milliseconds.</a:t>
            </a:r>
          </a:p>
          <a:p>
            <a:pPr>
              <a:spcBef>
                <a:spcPts val="1200"/>
              </a:spcBef>
              <a:defRPr sz="1150" b="1">
                <a:solidFill>
                  <a:srgbClr val="38BDF8"/>
                </a:solidFill>
                <a:latin typeface="Segoe UI"/>
              </a:defRPr>
            </a:pPr>
            <a:r>
              <a:t>Key Architectural Pillars: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Eliminates external message brokers (No Redis or Kafka needed).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Executes spherical curvature distance queries directly inside MongoDB.</a:t>
            </a:r>
          </a:p>
          <a:p>
            <a:pPr>
              <a:spcBef>
                <a:spcPts val="400"/>
              </a:spcBef>
              <a:defRPr sz="1050">
                <a:solidFill>
                  <a:srgbClr val="CBD5E1"/>
                </a:solidFill>
                <a:latin typeface="Segoe UI"/>
              </a:defRPr>
            </a:pPr>
            <a:r>
              <a:t>• Pushes real-time dashboard updates in &lt;80ms via native Change Streams.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94960" y="1874519"/>
            <a:ext cx="603504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532120" y="2057399"/>
            <a:ext cx="54864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15000" y="2011679"/>
            <a:ext cx="55321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One-Tap SOS Geolocation Beacon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Victims submit dynamic GPS coordinates, emergency category (Medical, Food, Evacuation), and casualty count.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94960" y="3026663"/>
            <a:ext cx="603504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32120" y="3209543"/>
            <a:ext cx="54864" cy="62179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15000" y="3163823"/>
            <a:ext cx="55321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Sub-100ms Spatial Matching ($geoNear)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MongoDB evaluates earth curvature and immediately returns certified responders and shelters within a dynamic radius (e.g. 5km).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94960" y="4178807"/>
            <a:ext cx="603504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4361687"/>
            <a:ext cx="54864" cy="621792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4315967"/>
            <a:ext cx="55321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Zero-Broker Real-Time Streaming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MongoDB Change Streams watch the collections and push live mutation events to dispatchers via WebSockets.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94960" y="5330951"/>
            <a:ext cx="6035040" cy="987552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32120" y="5513831"/>
            <a:ext cx="54864" cy="62179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15000" y="5468111"/>
            <a:ext cx="5532120" cy="7132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Incident Lifecycle &amp; TTL Auto-Cleanup</a:t>
            </a:r>
          </a:p>
          <a:p>
            <a:pPr>
              <a:spcBef>
                <a:spcPts val="2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Built-in TTL (Time-To-Live) indexes automatically sunset resolved emergency alerts after 48h without cron tasks.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03 / ENGINEERING DESIGN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End-to-End System Architecture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Designed for ultra-low latency, maximum operational reliability, and pure MongoDB utilization.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  <a:latin typeface="Segoe UI"/>
              </a:defRPr>
            </a:pPr>
            <a:r>
              <a:t>TIER 1: CLIENT FRONTEND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Interactive Crisis Console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Framework: Next.js 14 / React (App Router)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Styling: Tailwind CSS + Lucide Component Library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Mapping Layer: Mapbox GL for live GPS pins &amp; heatmaps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User Views: Citizen SOS Portal &amp; Dispatcher Command Center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FBBF24"/>
                </a:solidFill>
                <a:latin typeface="Segoe UI"/>
              </a:defRPr>
            </a:pPr>
            <a:r>
              <a:t>TIER 2: API GATEWAY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Real-Time Event Bridge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Runtime: Node.js + Express / Fastify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Data Connector: MongoDB Native Driver / Mongoose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Push Protocol: WebSockets (Socket.io) for bidirectional push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Validation: GeoJSON coordinate &amp; schema guardrails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2461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103119"/>
            <a:ext cx="2871216" cy="2880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Segoe UI"/>
              </a:defRPr>
            </a:pPr>
            <a:r>
              <a:t>TIER 3: DATABASE CORE</a:t>
            </a:r>
          </a:p>
          <a:p>
            <a:pPr>
              <a:spcBef>
                <a:spcPts val="200"/>
              </a:spcBef>
              <a:defRPr sz="1300" b="1">
                <a:solidFill>
                  <a:srgbClr val="FFFFFF"/>
                </a:solidFill>
                <a:latin typeface="Segoe UI"/>
              </a:defRPr>
            </a:pPr>
            <a:r>
              <a:t>Pure MongoDB Atlas Core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Spatial Engine: 2dsphere Index for spherical $geoNear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Event Streaming: MongoDB Change Streams for reactive push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Analytics Engine: Multi-stage Aggregations for triage scoring</a:t>
            </a:r>
          </a:p>
          <a:p>
            <a:pPr>
              <a:spcBef>
                <a:spcPts val="500"/>
              </a:spcBef>
              <a:defRPr sz="1000">
                <a:solidFill>
                  <a:srgbClr val="CBD5E1"/>
                </a:solidFill>
                <a:latin typeface="Segoe UI"/>
              </a:defRPr>
            </a:pPr>
            <a:r>
              <a:t>• Auto Maintenance: TTL Indexes for automatic resolution archiving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303520"/>
            <a:ext cx="10698480" cy="10515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76672"/>
            <a:ext cx="10332720" cy="868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10B981"/>
                </a:solidFill>
                <a:latin typeface="Segoe UI"/>
              </a:defRPr>
            </a:pPr>
            <a:r>
              <a:t>EVENT-DRIVEN DATA FLOW IN ACTION:</a:t>
            </a:r>
          </a:p>
          <a:p>
            <a:pPr>
              <a:spcBef>
                <a:spcPts val="300"/>
              </a:spcBef>
              <a:defRPr sz="1050">
                <a:solidFill>
                  <a:srgbClr val="FFFFFF"/>
                </a:solidFill>
                <a:latin typeface="Segoe UI"/>
              </a:defRPr>
            </a:pPr>
            <a:r>
              <a:t>1. Citizen Drops SOS [Lng, Lat]  ➔  2. Stored as GeoJSON in MongoDB  ➔  3. Change Stream detects insertion  ➔  4. WebSocket pushes incident to Map in &lt;80ms  ➔  5. $geoNear matches closest 3 available rescue squads.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04 / DATABASE CAPABILITIES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Why MongoDB? Technical Deep-Dive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Demonstrating why MongoDB's native features outperform traditional relational databases for this platform.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39111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1. Geospatial 2dsphere Indexing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Spherical distance calculations directly over Earth's curvature.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Natively indexes standard GeoJSON objects (Point, Polygon, MultiPolygon).</a:t>
            </a:r>
            <a:br/>
            <a:r>
              <a:t>• Eliminates need for PostGIS extensions or external spatial engines.</a:t>
            </a:r>
            <a:br/>
            <a:r>
              <a:t>• Enables sub-millisecond $geoNear execution with $maxDistance constraints.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92240" y="2039111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2. Built-in Change Streams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Tailored directly on MongoDB's internal high-speed Oplog.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Real-time database mutations pushed immediately to connected clients.</a:t>
            </a:r>
            <a:br/>
            <a:r>
              <a:t>• Replaces external Redis Pub/Sub, Kafka, or heavy socket polling.</a:t>
            </a:r>
            <a:br/>
            <a:r>
              <a:t>• Guarantees event ordering and automatic resume token recovery if disconnects occur.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4206240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370832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3. Multi-Stage Aggregation Pipeline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Complex spatial triage computed in a single database round-trip.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Stage 1 ($geoNear): Filter within 10 km radius.</a:t>
            </a:r>
            <a:br/>
            <a:r>
              <a:t>• Stage 2 ($match): Status = 'Active' &amp; Category = 'Medical'.</a:t>
            </a:r>
            <a:br/>
            <a:r>
              <a:t>• Stage 3 ($addFields): Compute composite urgency score (Casualties × Wait Time).</a:t>
            </a:r>
            <a:br/>
            <a:r>
              <a:t>• Stage 4 ($sort): Rank by score descending.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4206240"/>
            <a:ext cx="5166360" cy="205740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4370832"/>
            <a:ext cx="4709160" cy="1783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4. Polymorphic Schema &amp; TTL Indexes</a:t>
            </a:r>
          </a:p>
          <a:p>
            <a:pPr>
              <a:spcBef>
                <a:spcPts val="2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Unmatched flexibility for evolving disaster scenarios.</a:t>
            </a:r>
          </a:p>
          <a:p>
            <a:pPr>
              <a:spcBef>
                <a:spcPts val="4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• Diverse incident types (Floods, Fires, Earthquakes) store custom attributes with zero migrations.</a:t>
            </a:r>
            <a:br/>
            <a:r>
              <a:t>• TTL Indexes automatically expire and clean up resolved pins after 48 hours.</a:t>
            </a:r>
            <a:br/>
            <a:r>
              <a:t>• Native replica sets provide high availability during crisis infrastructure surges.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728655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05 / IMPACT &amp; FUTURE SCOPE</a:t>
            </a:r>
          </a:p>
          <a:p>
            <a:pPr>
              <a:spcBef>
                <a:spcPts val="400"/>
              </a:spcBef>
              <a:defRPr sz="2400" b="1">
                <a:solidFill>
                  <a:srgbClr val="FFFFFF"/>
                </a:solidFill>
                <a:latin typeface="Segoe UI"/>
              </a:defRPr>
            </a:pPr>
            <a:r>
              <a:t>Live Demonstration, Impact &amp; Future Roadmap</a:t>
            </a:r>
          </a:p>
          <a:p>
            <a:pPr>
              <a:spcBef>
                <a:spcPts val="200"/>
              </a:spcBef>
              <a:defRPr sz="1200">
                <a:solidFill>
                  <a:srgbClr val="CBD5E1"/>
                </a:solidFill>
                <a:latin typeface="Segoe UI"/>
              </a:defRPr>
            </a:pPr>
            <a:r>
              <a:t>Validating practical disaster response efficiency and outlining real-world deployment.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Segoe UI"/>
              </a:defRPr>
            </a:pPr>
            <a:r>
              <a:t>DEMO WORKFLOW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1: Citizen SOS Ping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Victim triggers SOS pin on mobile web UI; coordinates captured automatically.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2: Instant Change Stream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MongoDB Change Stream broadcasts payload to central command map in real-time (&lt;80ms).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3: Dynamic Allocation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System runs $geoNear to identify closest 3 available rescue squads &amp; route distance.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Step 4: Status Transition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Incident marked 'Dispatched'; volunteer phone receives push directions.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07408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36008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MEASURABLE IMPACT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65% Faster Dispatch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Drastically cuts down triage time during the golden hour of survival.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Single Database Simplicity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Zero third-party queue/cache maintenance (No Redis, RabbitMQ, or PostGIS).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Scalable Under Surges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Document model natively scales horizontally with MongoDB Atlas Sharding.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Sub-100ms Latency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Spatial queries execute in single-digit milliseconds.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1874519"/>
            <a:ext cx="3328416" cy="37947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11896" y="2057399"/>
            <a:ext cx="2871216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  <a:latin typeface="Segoe UI"/>
              </a:defRPr>
            </a:pPr>
            <a:r>
              <a:t>FUTURE ROADMAP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Offline-First Realm Sync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MongoDB Atlas Device Sync for first-responders in zero-connectivity disaster zones.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Atlas Vector Search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Automated classification of transcribed audio distress calls and SOS voice notes.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Drone Fleet Integration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Automated drone dispatch for localized aerial medical kit drops.</a:t>
            </a:r>
          </a:p>
          <a:p>
            <a:pPr>
              <a:spcBef>
                <a:spcPts val="600"/>
              </a:spcBef>
              <a:defRPr sz="1050" b="1">
                <a:solidFill>
                  <a:srgbClr val="FFFFFF"/>
                </a:solidFill>
                <a:latin typeface="Segoe UI"/>
              </a:defRPr>
            </a:pPr>
            <a:r>
              <a:t>Multi-Agency Command</a:t>
            </a:r>
          </a:p>
          <a:p>
            <a:pPr>
              <a:spcBef>
                <a:spcPts val="100"/>
              </a:spcBef>
              <a:defRPr sz="950">
                <a:solidFill>
                  <a:srgbClr val="CBD5E1"/>
                </a:solidFill>
                <a:latin typeface="Segoe UI"/>
              </a:defRPr>
            </a:pPr>
            <a:r>
              <a:t>Role-based access control for Red Cross, Fire, and Medical response squads.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806440"/>
            <a:ext cx="10698480" cy="59436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870448"/>
            <a:ext cx="103327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GeoPulse demonstrates that a pure MongoDB architecture is uniquely suited for mission-critical, spatial-first emergency systems. 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